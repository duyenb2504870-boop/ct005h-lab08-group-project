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94CA-D4CD-4AB0-8E85-325FF2E1B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A3A46-AA3D-4A18-903A-4632D125D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8D661-96BA-4885-8C79-061E8744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51951-3B2E-4F76-855C-55341297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6BA66-C182-481E-9A78-BB22F23F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5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F0BE-90BE-46BD-BE51-E92195D5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5BD08-E0A8-4E6A-8807-41734D85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0698F-F81B-449E-B84D-92D87B54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E465B-250C-4BB0-B7B8-86D3820D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C59B9-6A56-403D-B9DA-4A286D14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5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3B39-0CCB-40D3-AFE4-4D2BCBFB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9EB3C-67DD-48F4-8F60-4EAFDE6CD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BDBE1-23AF-4E82-B92E-6E5E9C4B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FD8AB-E377-48FB-98B2-CC491474A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AFFFF-C4F7-4E2F-91CD-B1B2EBC4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9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8470-9985-4490-B231-DC6D2673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0050-5B67-446E-B203-1E662EBED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7CCA3-9B4F-489B-A850-EBC7EB161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9F255-4CD6-46C2-9369-9B4A1C115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105C7-809D-421A-BA91-615605F1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7FEEB-E9D7-4A1A-ADE7-DE90571F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6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AD4E-241A-4C5D-BFA0-793AD243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1F849-CE36-40D2-9E7C-BDE52D2F0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5117D-21FF-4BB6-8036-69105FDD4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518D7-E557-431E-9680-D884C6F55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1F84B-EACC-443F-8CAD-13AF73DFB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6E6DD-80F0-40E9-8908-5208C980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E7505-509F-447E-A5C8-AF9E21E6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F9B7C-11BD-48A9-A25B-7B04CB0F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3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8B35-02E0-4481-B6B7-64172373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6B591-5B52-4932-BB50-B24BCF88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BAB5C-B1CE-4A87-880A-53192239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4DDFD-BA3E-405D-A7E9-03654013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496B1-7DB7-4135-A072-6AA4D8BD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04D4F-8F54-4770-969F-369E19DB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CE848-C0A6-4B82-8D7A-2E2025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5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8B4F-3647-45EE-A65C-F35E3D60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BC441-A10B-4395-8491-549E3C7C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75231-5C7F-4449-A9A8-60D3B8572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3E9B0-75C8-41CC-9A45-FDD710FE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68602-B220-4393-80FD-F679738B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F6683-857E-41C6-A9CD-3D03772C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7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BAD81-6BA4-4643-B9A8-F331B62CE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A1016-E970-4C2A-AF0B-068394EE0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E394D-6346-4498-8149-3BB1DAFC7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85A13-AD8B-4977-825A-00A38FB2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434C5-03AF-4621-A31A-982CD436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CD168-034A-4C56-B911-1282ECC0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1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A022-342B-4353-A3B8-9019C36E1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02C94-BC6B-4A5E-BAF2-8D1673B99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F89AE-0A07-4F4A-8AB5-64076D4E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3038-F91C-4925-BC68-87D429BC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9C933-0E9C-47F4-8E28-D9BF146F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5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0D8B15-F398-417D-9AC5-CEFDD78A4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3FDF8-A7D8-412B-B2C8-68BBFF07A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D24AF-628A-459D-A5A8-12CEEF765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672AD-8C95-4506-B8D6-A33BAA03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5052B-95C0-49AE-8BA5-FFAFA0F6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9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EE1AD-C833-4CC2-A479-3B40263B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4E3FC-F185-44D8-AD6F-3EA5FD0CA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E7D68-FC75-4334-949A-6C5917269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449E4-2D7C-47DB-848C-CA83FF986CD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4F907-3A07-4975-8755-DAA91FC55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16A7E-5B15-46D8-8805-F09F14AB0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2C715-EE3B-458E-BE6F-B2F03DC4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32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Internet with solid fill">
            <a:extLst>
              <a:ext uri="{FF2B5EF4-FFF2-40B4-BE49-F238E27FC236}">
                <a16:creationId xmlns:a16="http://schemas.microsoft.com/office/drawing/2014/main" id="{FB2F7CA7-B6FD-432B-9B57-966501D00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96" y="428348"/>
            <a:ext cx="748684" cy="748684"/>
          </a:xfrm>
          <a:prstGeom prst="rect">
            <a:avLst/>
          </a:prstGeom>
        </p:spPr>
      </p:pic>
      <p:pic>
        <p:nvPicPr>
          <p:cNvPr id="4" name="Graphic 3" descr="Internet with solid fill">
            <a:extLst>
              <a:ext uri="{FF2B5EF4-FFF2-40B4-BE49-F238E27FC236}">
                <a16:creationId xmlns:a16="http://schemas.microsoft.com/office/drawing/2014/main" id="{6D90AFB0-1591-4331-A33C-78FA06E9E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0192" y="428348"/>
            <a:ext cx="748684" cy="748684"/>
          </a:xfrm>
          <a:prstGeom prst="rect">
            <a:avLst/>
          </a:prstGeom>
        </p:spPr>
      </p:pic>
      <p:pic>
        <p:nvPicPr>
          <p:cNvPr id="5" name="Graphic 4" descr="Internet with solid fill">
            <a:extLst>
              <a:ext uri="{FF2B5EF4-FFF2-40B4-BE49-F238E27FC236}">
                <a16:creationId xmlns:a16="http://schemas.microsoft.com/office/drawing/2014/main" id="{0CCCA293-D321-4593-8411-0F03DAD66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3370" y="428348"/>
            <a:ext cx="748684" cy="748684"/>
          </a:xfrm>
          <a:prstGeom prst="rect">
            <a:avLst/>
          </a:prstGeom>
        </p:spPr>
      </p:pic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3487B0D0-F50E-435B-8481-B6C4E5F9A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781" y="428348"/>
            <a:ext cx="748684" cy="748684"/>
          </a:xfrm>
          <a:prstGeom prst="rect">
            <a:avLst/>
          </a:prstGeom>
        </p:spPr>
      </p:pic>
      <p:pic>
        <p:nvPicPr>
          <p:cNvPr id="7" name="Graphic 6" descr="Internet with solid fill">
            <a:extLst>
              <a:ext uri="{FF2B5EF4-FFF2-40B4-BE49-F238E27FC236}">
                <a16:creationId xmlns:a16="http://schemas.microsoft.com/office/drawing/2014/main" id="{F7F9E4BA-85DF-441D-95EE-724C6F270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9020" y="428348"/>
            <a:ext cx="748684" cy="7486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30F19E-18F7-430A-B123-F851694CC069}"/>
              </a:ext>
            </a:extLst>
          </p:cNvPr>
          <p:cNvSpPr txBox="1"/>
          <p:nvPr/>
        </p:nvSpPr>
        <p:spPr>
          <a:xfrm>
            <a:off x="175474" y="1158082"/>
            <a:ext cx="11819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Ngoc Tram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9A586-2E21-478A-B82A-04D054F702C6}"/>
              </a:ext>
            </a:extLst>
          </p:cNvPr>
          <p:cNvSpPr txBox="1"/>
          <p:nvPr/>
        </p:nvSpPr>
        <p:spPr>
          <a:xfrm>
            <a:off x="2576391" y="1177032"/>
            <a:ext cx="10374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Ngoc </a:t>
            </a:r>
            <a:r>
              <a:rPr lang="en-US" dirty="0" err="1"/>
              <a:t>Nhi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21AEA-FB51-4D87-8E43-A6B36C9A3178}"/>
              </a:ext>
            </a:extLst>
          </p:cNvPr>
          <p:cNvSpPr txBox="1"/>
          <p:nvPr/>
        </p:nvSpPr>
        <p:spPr>
          <a:xfrm>
            <a:off x="5200216" y="1180447"/>
            <a:ext cx="1332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Anh Nguyen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2DBBE-DA2E-4258-B8CD-AADF51ECB73D}"/>
              </a:ext>
            </a:extLst>
          </p:cNvPr>
          <p:cNvSpPr txBox="1"/>
          <p:nvPr/>
        </p:nvSpPr>
        <p:spPr>
          <a:xfrm>
            <a:off x="7913010" y="1177032"/>
            <a:ext cx="11420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My </a:t>
            </a:r>
            <a:r>
              <a:rPr lang="en-US" dirty="0" err="1"/>
              <a:t>Duyen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D6C055-6B88-4F9E-9AEB-4E7DD66F240F}"/>
              </a:ext>
            </a:extLst>
          </p:cNvPr>
          <p:cNvSpPr txBox="1"/>
          <p:nvPr/>
        </p:nvSpPr>
        <p:spPr>
          <a:xfrm>
            <a:off x="10629746" y="1170374"/>
            <a:ext cx="9255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Nhat</a:t>
            </a:r>
            <a:r>
              <a:rPr lang="en-US" dirty="0"/>
              <a:t> </a:t>
            </a:r>
            <a:r>
              <a:rPr lang="en-US" dirty="0" err="1"/>
              <a:t>Vy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0000E8-A296-494B-B5B4-21C5632CC45F}"/>
              </a:ext>
            </a:extLst>
          </p:cNvPr>
          <p:cNvCxnSpPr/>
          <p:nvPr/>
        </p:nvCxnSpPr>
        <p:spPr>
          <a:xfrm>
            <a:off x="5779363" y="1677880"/>
            <a:ext cx="0" cy="408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81294CA-8617-4142-8749-293E514080BE}"/>
              </a:ext>
            </a:extLst>
          </p:cNvPr>
          <p:cNvCxnSpPr/>
          <p:nvPr/>
        </p:nvCxnSpPr>
        <p:spPr>
          <a:xfrm>
            <a:off x="766437" y="1677880"/>
            <a:ext cx="2847417" cy="408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9F5560-A176-4806-8264-7C4D871CC599}"/>
              </a:ext>
            </a:extLst>
          </p:cNvPr>
          <p:cNvCxnSpPr/>
          <p:nvPr/>
        </p:nvCxnSpPr>
        <p:spPr>
          <a:xfrm>
            <a:off x="3154534" y="1677880"/>
            <a:ext cx="1603897" cy="4793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AF6270-1F02-47EC-9CAD-DA6228AE5BDC}"/>
              </a:ext>
            </a:extLst>
          </p:cNvPr>
          <p:cNvCxnSpPr/>
          <p:nvPr/>
        </p:nvCxnSpPr>
        <p:spPr>
          <a:xfrm flipH="1">
            <a:off x="6800295" y="1677880"/>
            <a:ext cx="1683737" cy="5149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7F75CC-3257-4814-9F28-4EED09645CC3}"/>
              </a:ext>
            </a:extLst>
          </p:cNvPr>
          <p:cNvCxnSpPr/>
          <p:nvPr/>
        </p:nvCxnSpPr>
        <p:spPr>
          <a:xfrm flipH="1">
            <a:off x="7332955" y="1677880"/>
            <a:ext cx="3780407" cy="4793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01A9831-0173-447A-B2D1-818A9363E2A8}"/>
              </a:ext>
            </a:extLst>
          </p:cNvPr>
          <p:cNvSpPr txBox="1"/>
          <p:nvPr/>
        </p:nvSpPr>
        <p:spPr>
          <a:xfrm>
            <a:off x="5060673" y="2192784"/>
            <a:ext cx="143738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Home Router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E67A244-C10E-4CFB-908B-DC32B6A789CE}"/>
              </a:ext>
            </a:extLst>
          </p:cNvPr>
          <p:cNvCxnSpPr/>
          <p:nvPr/>
        </p:nvCxnSpPr>
        <p:spPr>
          <a:xfrm>
            <a:off x="5779363" y="2725445"/>
            <a:ext cx="0" cy="248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A8AD807-F16E-440E-9712-5A0E4EBE4942}"/>
              </a:ext>
            </a:extLst>
          </p:cNvPr>
          <p:cNvSpPr txBox="1"/>
          <p:nvPr/>
        </p:nvSpPr>
        <p:spPr>
          <a:xfrm>
            <a:off x="4451339" y="3137348"/>
            <a:ext cx="26560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ISP</a:t>
            </a:r>
            <a:br>
              <a:rPr lang="en-US" dirty="0"/>
            </a:br>
            <a:r>
              <a:rPr lang="en-US" dirty="0"/>
              <a:t>(Internet Service Provider)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CC0A92D-E8B5-4B3B-8207-928CEDEBBB56}"/>
              </a:ext>
            </a:extLst>
          </p:cNvPr>
          <p:cNvCxnSpPr/>
          <p:nvPr/>
        </p:nvCxnSpPr>
        <p:spPr>
          <a:xfrm>
            <a:off x="5779363" y="3968318"/>
            <a:ext cx="0" cy="301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6B8EA9C4-1AEA-41F4-96D0-5357D4462446}"/>
              </a:ext>
            </a:extLst>
          </p:cNvPr>
          <p:cNvSpPr/>
          <p:nvPr/>
        </p:nvSpPr>
        <p:spPr>
          <a:xfrm>
            <a:off x="5095647" y="4309238"/>
            <a:ext cx="1437370" cy="646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C481F-8D95-4F43-BD8E-C3ED876E3846}"/>
              </a:ext>
            </a:extLst>
          </p:cNvPr>
          <p:cNvSpPr txBox="1"/>
          <p:nvPr/>
        </p:nvSpPr>
        <p:spPr>
          <a:xfrm>
            <a:off x="5341798" y="4447737"/>
            <a:ext cx="945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11C5EC1-F44A-4DF8-AFE5-3DE7C2CFEC59}"/>
              </a:ext>
            </a:extLst>
          </p:cNvPr>
          <p:cNvSpPr/>
          <p:nvPr/>
        </p:nvSpPr>
        <p:spPr>
          <a:xfrm>
            <a:off x="4882717" y="5528960"/>
            <a:ext cx="1917577" cy="7457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74D57CD-CF34-41E4-AA88-D1E3D9FD08B1}"/>
              </a:ext>
            </a:extLst>
          </p:cNvPr>
          <p:cNvCxnSpPr/>
          <p:nvPr/>
        </p:nvCxnSpPr>
        <p:spPr>
          <a:xfrm>
            <a:off x="5779363" y="5069150"/>
            <a:ext cx="0" cy="346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6104C64-56DD-49FF-8D6A-2C88D1806128}"/>
              </a:ext>
            </a:extLst>
          </p:cNvPr>
          <p:cNvSpPr txBox="1"/>
          <p:nvPr/>
        </p:nvSpPr>
        <p:spPr>
          <a:xfrm>
            <a:off x="5079661" y="5717156"/>
            <a:ext cx="1542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137931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Thi Ngoc Tram - B2504898</dc:creator>
  <cp:lastModifiedBy>Nguyen Thi Ngoc Tram - B2504898</cp:lastModifiedBy>
  <cp:revision>4</cp:revision>
  <dcterms:created xsi:type="dcterms:W3CDTF">2026-03-29T10:46:54Z</dcterms:created>
  <dcterms:modified xsi:type="dcterms:W3CDTF">2026-03-29T11:01:11Z</dcterms:modified>
</cp:coreProperties>
</file>